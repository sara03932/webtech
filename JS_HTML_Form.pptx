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5851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 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en-FI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FI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FI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3" ma:contentTypeDescription="Create a new document." ma:contentTypeScope="" ma:versionID="6ea65ce0e79ebb3277a890c25c9a3a9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f1e8d9d4e2ab1a8c0c8c9b7ce2918554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2B3E49-3AB2-4B09-A499-DBFD6308050E}"/>
</file>

<file path=customXml/itemProps2.xml><?xml version="1.0" encoding="utf-8"?>
<ds:datastoreItem xmlns:ds="http://schemas.openxmlformats.org/officeDocument/2006/customXml" ds:itemID="{30E85066-4753-485F-96E3-C67F44BBE46B}"/>
</file>

<file path=customXml/itemProps3.xml><?xml version="1.0" encoding="utf-8"?>
<ds:datastoreItem xmlns:ds="http://schemas.openxmlformats.org/officeDocument/2006/customXml" ds:itemID="{EDAE851B-48F9-40B1-AA4B-A5996FBD5286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324</TotalTime>
  <Words>1625</Words>
  <Application>Microsoft Office PowerPoint</Application>
  <PresentationFormat>On-screen Show (4:3)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13</cp:revision>
  <dcterms:created xsi:type="dcterms:W3CDTF">2018-12-10T17:20:29Z</dcterms:created>
  <dcterms:modified xsi:type="dcterms:W3CDTF">2022-05-24T14:55:49Z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